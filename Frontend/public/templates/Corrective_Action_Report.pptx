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438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ACTION PLANS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Corrective action cards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85039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Each card summarizes the employee, action type, root-cause note, owner, and period.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5838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01184" y="152704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01184" y="1577340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</a:rPr>
              <a:t>PIP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527048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Ammar Yasser Sayed Ghareb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31520" y="1837944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4748B"/>
                </a:solidFill>
              </a:rPr>
              <a:t>Outbound • SGHD70157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731520" y="2130552"/>
            <a:ext cx="4901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Action plan to improve productivity, booking conversion, and attended rates through increased activity and call attempts. Performance is being monitored closely.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770632"/>
            <a:ext cx="4901184" cy="420624"/>
          </a:xfrm>
          <a:prstGeom prst="roundRect">
            <a:avLst>
              <a:gd name="adj" fmla="val 15217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28895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C2410C"/>
                </a:solidFill>
              </a:rPr>
              <a:t>Root-cause note: </a:t>
            </a:r>
            <a:r>
              <a:rPr lang="en-US" sz="770" dirty="0">
                <a:solidFill>
                  <a:srgbClr val="334155"/>
                </a:solidFill>
              </a:rPr>
              <a:t>Attendance Rate: 50.0% / 65.0%   Booking Rate: 18.0% / 30.0%   Reachability: 55.0% / 75.0%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731520" y="32826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▣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6968" y="3282696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4748B"/>
                </a:solidFill>
              </a:rPr>
              <a:t>June – Jul 16, 2026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4562856" y="32826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♙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18304" y="32826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64748B"/>
                </a:solidFill>
              </a:rPr>
              <a:t>By super - Admin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327648" y="1325880"/>
            <a:ext cx="535838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725912" y="152704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725912" y="1577340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</a:rPr>
              <a:t>PIP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56248" y="1527048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Salma Ali El-Sayed Khalafallah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556248" y="1837944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4748B"/>
                </a:solidFill>
              </a:rPr>
              <a:t>Outbound • SGHD70110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6556248" y="2130552"/>
            <a:ext cx="4901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Action plan for July to increase productivity and meet targets. Focus on booking, reachability, attended %, more trials, and reached numbers to improve KPIs.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56248" y="2770632"/>
            <a:ext cx="4901184" cy="420624"/>
          </a:xfrm>
          <a:prstGeom prst="roundRect">
            <a:avLst>
              <a:gd name="adj" fmla="val 15217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28895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C2410C"/>
                </a:solidFill>
              </a:rPr>
              <a:t>Root-cause note: </a:t>
            </a:r>
            <a:r>
              <a:rPr lang="en-US" sz="770" dirty="0">
                <a:solidFill>
                  <a:srgbClr val="334155"/>
                </a:solidFill>
              </a:rPr>
              <a:t>Attendance Rate: 47.0% / 65.0%   Booking Rate: 17.0% / 30.0%   Reachability: 56.0% / 75.0%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6556248" y="32826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▣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11696" y="3282696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4748B"/>
                </a:solidFill>
              </a:rPr>
              <a:t>June – Jul 16, 2026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10387584" y="32826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♙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3032" y="32826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64748B"/>
                </a:solidFill>
              </a:rPr>
              <a:t>By super - Admin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02920" y="3730752"/>
            <a:ext cx="535838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01184" y="393192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01184" y="3982212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COACHING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3931920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Abdelrahman Adnan El Sayed Abdelnaby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31520" y="4242816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4748B"/>
                </a:solidFill>
              </a:rPr>
              <a:t>Inbound • SGHD70159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731520" y="4535424"/>
            <a:ext cx="4901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Focused coaching sessions on conversion techniques. Enforce call script with confirmation to reduce wrong bookings. Side-by-side AHT coaching in office to improve call control.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5175504"/>
            <a:ext cx="4901184" cy="420624"/>
          </a:xfrm>
          <a:prstGeom prst="roundRect">
            <a:avLst>
              <a:gd name="adj" fmla="val 15217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0392" y="529437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C2410C"/>
                </a:solidFill>
              </a:rPr>
              <a:t>Root-cause note: </a:t>
            </a:r>
            <a:r>
              <a:rPr lang="en-US" sz="770" dirty="0">
                <a:solidFill>
                  <a:srgbClr val="334155"/>
                </a:solidFill>
              </a:rPr>
              <a:t>Booking CR%   Attended CR%   AHT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731520" y="56875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▣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86968" y="568756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4748B"/>
                </a:solidFill>
              </a:rPr>
              <a:t>June – Jul 15, 2026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4562856" y="56875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♙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18304" y="568756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64748B"/>
                </a:solidFill>
              </a:rPr>
              <a:t>By super - Admin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6327648" y="3730752"/>
            <a:ext cx="5358384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725912" y="393192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725912" y="3982212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COACHING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56248" y="3931920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Manar Emad Mohamed El-Sayed Hassan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6556248" y="4242816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4748B"/>
                </a:solidFill>
              </a:rPr>
              <a:t>Pre-Approvals IP Offshore • SGHD70099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6556248" y="4535424"/>
            <a:ext cx="4901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Add validation rejection reason and start corrective follow-up from next month.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56248" y="5175504"/>
            <a:ext cx="4901184" cy="420624"/>
          </a:xfrm>
          <a:prstGeom prst="roundRect">
            <a:avLst>
              <a:gd name="adj" fmla="val 15217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75120" y="529437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C2410C"/>
                </a:solidFill>
              </a:rPr>
              <a:t>Root-cause note: </a:t>
            </a:r>
            <a:r>
              <a:rPr lang="en-US" sz="770" dirty="0">
                <a:solidFill>
                  <a:srgbClr val="334155"/>
                </a:solidFill>
              </a:rPr>
              <a:t>Rejection Rate: 8.3% / 3.0%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6556248" y="56875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▣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11696" y="568756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4748B"/>
                </a:solidFill>
              </a:rPr>
              <a:t>June – Jul 15, 2026</a:t>
            </a:r>
            <a:endParaRPr lang="en-US" sz="770" dirty="0"/>
          </a:p>
        </p:txBody>
      </p:sp>
      <p:sp>
        <p:nvSpPr>
          <p:cNvPr id="51" name="Text 49"/>
          <p:cNvSpPr/>
          <p:nvPr/>
        </p:nvSpPr>
        <p:spPr>
          <a:xfrm>
            <a:off x="10387584" y="56875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♙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543032" y="568756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64748B"/>
                </a:solidFill>
              </a:rPr>
              <a:t>By super - Admin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SGH • HR Performance Follow-up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Corrective Action Report</dc:title>
  <dc:subject>Corrective Action Report</dc:subject>
  <dc:creator>OpenAI</dc:creator>
  <cp:lastModifiedBy>Mostafa Zeinhom</cp:lastModifiedBy>
  <cp:revision>2</cp:revision>
  <dcterms:created xsi:type="dcterms:W3CDTF">2026-08-10T15:49:36Z</dcterms:created>
  <dcterms:modified xsi:type="dcterms:W3CDTF">2026-08-10T18:01:26Z</dcterms:modified>
</cp:coreProperties>
</file>